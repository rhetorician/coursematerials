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1005840"/>
            <a:ext cx="146304" cy="438912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43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9601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Creating Professional</a:t>
            </a:r>
            <a:endParaRPr lang="en-US" sz="4100" dirty="0"/>
          </a:p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Presentations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941832" y="38221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F3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presentation strategy | slide design | delivery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41832" y="5907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Matt Feigner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Common Business Presentation Pitfalls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102870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Too much material on the slide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Slides compete with the speaker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Weak organization and transitions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Delivery problems: volume, pacing, filler words, notes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Robotic performance or no audience contact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Presentation Matters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10561320" cy="306324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619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691640" y="1847088"/>
            <a:ext cx="8961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 much time as college-educated workers spend writing, they generally spend more in oral communication.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19072" y="3310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Paul Anderson, “What Research Tells Us About Writing at Work.”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Four Development Tips for RWS 290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1252728"/>
            <a:ext cx="475488" cy="47548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2344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Outline the presentation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77240" y="2276856"/>
            <a:ext cx="475488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7744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22585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Prepare basic text slides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777240" y="3300984"/>
            <a:ext cx="475488" cy="475488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01568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328269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Prepare visuals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77240" y="4325112"/>
            <a:ext cx="475488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425696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430682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Craft and practice the performance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02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233172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Outline the Presentation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03504" y="36576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3F3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Start with structure before you start building slides.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Outline the Presentation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102870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Use the report structure as the foundation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Focus on the background and the factors you will discuss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End with recommendations supported by research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Decide who owns each section before building the deck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02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233172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Prepare Basic Text Slides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03504" y="36576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3F3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Slides should support the speaker, not replace the speaker.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Text Slide Example: Cut the Noise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ORIGINAL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5303520" cy="29809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8" name="Image 0" descr="/mnt/data/pres_old_render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865" y="1581912"/>
            <a:ext cx="5042510" cy="2834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91072" y="10515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REDESIGN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91072" y="1508760"/>
            <a:ext cx="5303520" cy="29809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11" name="Image 1" descr="/mnt/data/pres_old_render/slide-0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577" y="1581912"/>
            <a:ext cx="5042510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" y="4800600"/>
            <a:ext cx="107899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Condense the slide to the essential ideas and make the main point visible.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Text Slide Example: Split Crowded Content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SLIDE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5303520" cy="29809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8" name="Image 0" descr="/mnt/data/pres_old_render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865" y="1581912"/>
            <a:ext cx="5042510" cy="2834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91072" y="10515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SLIDE 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91072" y="1508760"/>
            <a:ext cx="5303520" cy="29809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11" name="Image 1" descr="/mnt/data/pres_old_render/slide-1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577" y="1581912"/>
            <a:ext cx="5042510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" y="4800600"/>
            <a:ext cx="107899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 one slide has too much material, split it into a controlled sequence.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Text Slide Example: Edit the Sentence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ORIGINAL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5303520" cy="29809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8" name="Image 0" descr="/mnt/data/pres_old_render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865" y="1581912"/>
            <a:ext cx="5042510" cy="2834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91072" y="10515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REDESIGN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91072" y="1508760"/>
            <a:ext cx="5303520" cy="29809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11" name="Image 1" descr="/mnt/data/pres_old_render/slide-1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577" y="1581912"/>
            <a:ext cx="5042510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" y="4800600"/>
            <a:ext cx="107899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Convert sentence-heavy slides into short, speaker-friendly claims.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Preparing Basic Text Slides: Summary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1261872"/>
            <a:ext cx="82296" cy="64008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2801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Understand the relationship between background, text color, and text size.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2221992"/>
            <a:ext cx="82296" cy="64008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2402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Keep text to a minimum: split crowded slides or combine thin ones.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3182112"/>
            <a:ext cx="82296" cy="64008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2004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Edit bullets to their essential elements.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4142232"/>
            <a:ext cx="82296" cy="64008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1605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audience should be listening, not reading.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02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233172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Prepare Slides with Visuals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03504" y="36576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3F3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Visuals should clarify the point, not decorate the slide.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Visual Example: Explain the Important Image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ORIGINAL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5303520" cy="29809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8" name="Image 0" descr="/mnt/data/pres_old_render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865" y="1581912"/>
            <a:ext cx="5042510" cy="2834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91072" y="10515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REVISION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91072" y="1508760"/>
            <a:ext cx="5303520" cy="29809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11" name="Image 1" descr="/mnt/data/pres_old_render/slide-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577" y="1581912"/>
            <a:ext cx="5042510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" y="4800600"/>
            <a:ext cx="107899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Introduce and interpret important visuals so the audience knows what to see.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Visual Example: Connect Text to the Image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ORIGINAL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5303520" cy="29809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8" name="Image 0" descr="/mnt/data/pres_old_render/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865" y="1581912"/>
            <a:ext cx="5042510" cy="2834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91072" y="10515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REVISION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91072" y="1508760"/>
            <a:ext cx="5303520" cy="29809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11" name="Image 1" descr="/mnt/data/pres_old_render/slide-2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577" y="1581912"/>
            <a:ext cx="5042510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" y="4800600"/>
            <a:ext cx="107899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When the visual carries the evidence, link the text directly to the visual.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Visual Example: Remove Visual Clutter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10515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ORIGINAL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5303520" cy="29809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8" name="Image 0" descr="/mnt/data/pres_old_render/slid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865" y="1581912"/>
            <a:ext cx="5042510" cy="2834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91072" y="10515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19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REVISION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91072" y="1508760"/>
            <a:ext cx="5303520" cy="29809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11" name="Image 1" descr="/mnt/data/pres_old_render/slide-2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577" y="1581912"/>
            <a:ext cx="5042510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" y="4800600"/>
            <a:ext cx="107899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Delete graphics that do not support the point.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Preparing Slides with Visuals: Summary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" y="1261872"/>
            <a:ext cx="82296" cy="64008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2801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 or interpret important visuals on the slide itself.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2221992"/>
            <a:ext cx="82296" cy="64008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2402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Make sure visuals are integrated into the text.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3182112"/>
            <a:ext cx="82296" cy="64008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20040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Avoid overusing visuals: do not crowd the slide.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4142232"/>
            <a:ext cx="82296" cy="64008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16052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Visuals should supplement the speaker and the slide text.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02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233172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Craft and Practice the Performance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03504" y="36576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3F3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Planning the deck is not the same thing as preparing the presentation.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Craft and Practice the Performance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102870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Visualize the presentation from beginning to end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Crafting means rehearsing and revising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Practice creates familiarity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Familiarity creates confidence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Managing Presentation Style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10881360" cy="4389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435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Problem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703320" y="124358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to do instead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581912"/>
            <a:ext cx="10881360" cy="694944"/>
          </a:xfrm>
          <a:prstGeom prst="rect">
            <a:avLst/>
          </a:prstGeom>
          <a:solidFill>
            <a:srgbClr val="F3F3F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581912"/>
            <a:ext cx="0" cy="69494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916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confidence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03320" y="1691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Practice the material and dress in a way that supports professional confidence.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276856"/>
            <a:ext cx="108813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2276856"/>
            <a:ext cx="0" cy="69494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3865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 not read slides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703320" y="2386584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 slides as cues; the explanation comes from the speaker.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971800"/>
            <a:ext cx="10881360" cy="694944"/>
          </a:xfrm>
          <a:prstGeom prst="rect">
            <a:avLst/>
          </a:prstGeom>
          <a:solidFill>
            <a:srgbClr val="F3F3F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6160" y="2971800"/>
            <a:ext cx="0" cy="69494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0815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Use eye contact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703320" y="308152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Look at the audience before you begin and throughout the presentation.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3666744"/>
            <a:ext cx="108813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3666744"/>
            <a:ext cx="0" cy="69494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7764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 voice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703320" y="377647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Slow down, breathe, articulate, and speak to the back of the room.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361688"/>
            <a:ext cx="10881360" cy="694944"/>
          </a:xfrm>
          <a:prstGeom prst="rect">
            <a:avLst/>
          </a:prstGeom>
          <a:solidFill>
            <a:srgbClr val="F3F3F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66160" y="4361688"/>
            <a:ext cx="0" cy="69494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47141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Cut filler words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703320" y="4471416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Avoid “um,” “like,” “you know,” and other noise in the signal.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Using Nervousness: Before the Presentation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102870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Know the opening especially well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Prepare physically: food, water, breathing, sleep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Keep water nearby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Remember that the audience is not a monolithic mass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Using Nervousness: During the Presentation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102870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Do not announce that you are nervous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Move naturally and point to the slide when useful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Slow down when nerves push your pace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Remember: no one knows your project better than you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86384"/>
            <a:ext cx="12191695" cy="54864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11201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Student Presentation Pitfalls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143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Taken from prior RWS 290 presentation evaluations.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56232"/>
            <a:ext cx="10287000" cy="3858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Spoke too softly or too quickly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Stood in front of the screen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Spent too much time on the introduction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Seemed robotic or unprepared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Slides had visible mistakes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6192E"/>
          </a:solidFill>
          <a:ln w="12700">
            <a:solidFill>
              <a:srgbClr val="A619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02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B7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RWS 290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233172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Point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03504" y="36576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3F3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slides should make the presentation easier to hear, not harder to survive.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548872" y="651052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San Diego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Professional Business Presentations</dc:title>
  <dc:subject>RWS 290 Creating Professional Business Presentations</dc:subject>
  <dc:creator>Matt Feigner</dc:creator>
  <cp:lastModifiedBy>Matt Feigner</cp:lastModifiedBy>
  <cp:revision>1</cp:revision>
  <dcterms:created xsi:type="dcterms:W3CDTF">2026-08-09T03:57:39Z</dcterms:created>
  <dcterms:modified xsi:type="dcterms:W3CDTF">2026-08-09T03:57:39Z</dcterms:modified>
</cp:coreProperties>
</file>